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99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 &amp; Refund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057400"/>
            <a:ext cx="4800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706B8A"/>
                </a:solidFill>
              </a:rPr>
              <a:t>E-commerce Power BI dashboard project for finding return drivers, refund leakage and product-level risk.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13232" y="2889504"/>
            <a:ext cx="1508760" cy="292608"/>
          </a:xfrm>
          <a:prstGeom prst="rect">
            <a:avLst/>
          </a:prstGeom>
          <a:solidFill>
            <a:srgbClr val="6D5BD0"/>
          </a:solidFill>
          <a:ln>
            <a:solidFill>
              <a:srgbClr val="6D5BD0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Executive Summary</a:t>
            </a:r>
            <a:endParaRPr lang="en-US" sz="930" dirty="0"/>
          </a:p>
        </p:txBody>
      </p:sp>
      <p:sp>
        <p:nvSpPr>
          <p:cNvPr id="5" name="Text 3"/>
          <p:cNvSpPr/>
          <p:nvPr/>
        </p:nvSpPr>
        <p:spPr>
          <a:xfrm>
            <a:off x="2359152" y="2889504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EEAFE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6D5BD0"/>
                </a:solidFill>
              </a:rPr>
              <a:t>Product Diagnostics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4187952" y="2889504"/>
            <a:ext cx="1417320" cy="292608"/>
          </a:xfrm>
          <a:prstGeom prst="rect">
            <a:avLst/>
          </a:prstGeom>
          <a:solidFill>
            <a:srgbClr val="FFF4F5"/>
          </a:solidFill>
          <a:ln>
            <a:solidFill>
              <a:srgbClr val="FFF4F5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A52A3A"/>
                </a:solidFill>
              </a:rPr>
              <a:t>No Net Sales KPI</a:t>
            </a:r>
            <a:endParaRPr lang="en-US" sz="930" dirty="0"/>
          </a:p>
        </p:txBody>
      </p:sp>
      <p:pic>
        <p:nvPicPr>
          <p:cNvPr id="7" name="Image 0" descr="/mnt/data/a_3_3d_vector_style_digital_illustration_depicts_e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097280"/>
            <a:ext cx="589788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7602" y="3886200"/>
            <a:ext cx="2121408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Dataset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3,100 orders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2025 full year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3063240" y="3886200"/>
            <a:ext cx="2121408" cy="91440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Returned Orders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745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derived measure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713232" y="5029200"/>
            <a:ext cx="2121408" cy="9144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Return Rate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24.03%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DAX calculation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3063240" y="5029200"/>
            <a:ext cx="2121408" cy="914400"/>
          </a:xfrm>
          <a:prstGeom prst="rect">
            <a:avLst/>
          </a:prstGeom>
          <a:solidFill>
            <a:srgbClr val="FFF7ED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Refund Amount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₹3.82M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not source-fed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01  Project cover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The business sees returns, but cannot explain them fast enough.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pic>
        <p:nvPicPr>
          <p:cNvPr id="5" name="Image 0" descr="/mnt/data/a_vector_style_digital_illustration_shows_an_overw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4864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243584"/>
            <a:ext cx="5074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1. Refund leakage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Money is leaving through refunds, but the client cannot isolate the exact category, reason or channel behind it.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85800" y="2176272"/>
            <a:ext cx="5074920" cy="694944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2. Messy return reasons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Return reasons arrive from multiple channels and need clean grouping before analysis.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5074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3. Hidden root causes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Category-level charts hide the real issue: subcategory and return reason combinations.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685800" y="4041648"/>
            <a:ext cx="5074920" cy="694944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4. Discount risk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Heavy discounts may create low-intent purchases and increase return probability.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6382512" y="5321808"/>
            <a:ext cx="4709160" cy="56692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E1B4B"/>
                </a:solidFill>
              </a:rPr>
              <a:t>Dashboard objective: move from “returns happened” to “why returns happened and what to fix first.”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02  Client context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Terminologies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Simple business language for a beginner-friendly tutorial.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267712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Total Orders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Distinct order IDs, not order lines.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84448" y="1234440"/>
            <a:ext cx="2267712" cy="11430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</a:rPr>
              <a:t>Returned Orders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</a:rPr>
              <a:t>Orders with at least one returned item.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83096" y="1234440"/>
            <a:ext cx="2267712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 Rate %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Returned Orders divided by Total Orders.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81744" y="1234440"/>
            <a:ext cx="2267712" cy="11430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Returned Units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Quantity of units returned.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67712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Refund Amount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Returned quantity multiplied by paid price after discount and deductions.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84448" y="3063240"/>
            <a:ext cx="2267712" cy="11430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 Days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Days from delivery to return.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83096" y="3063240"/>
            <a:ext cx="2267712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 Reason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Customer or operational reason behind the return.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81744" y="3063240"/>
            <a:ext cx="2267712" cy="1143000"/>
          </a:xfrm>
          <a:prstGeom prst="rect">
            <a:avLst/>
          </a:prstGeom>
          <a:solidFill>
            <a:srgbClr val="FFF7ED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2A3A"/>
                </a:solidFill>
              </a:rPr>
              <a:t>Refund Impact %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2A3A"/>
                </a:solidFill>
              </a:rPr>
              <a:t>Optional later KPI: refund amount as share of sales after discount.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5340096"/>
            <a:ext cx="10378440" cy="475488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A52A3A"/>
                </a:solidFill>
              </a:rPr>
              <a:t>Deliberate scope rule: this deck avoids Net Sales and ignores Top 10 Returned Products because they are not part of the final report design.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03  Terminology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Problem Statements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Every KPI must answer a decision question.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10881360" cy="402336"/>
          </a:xfrm>
          <a:prstGeom prst="rect">
            <a:avLst/>
          </a:prstGeom>
          <a:solidFill>
            <a:srgbClr val="6D5BD0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FFFF"/>
                </a:solidFill>
              </a:rPr>
              <a:t>KPI                         Business question                                             Decision lens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58368" y="1773936"/>
            <a:ext cx="10881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Total Orders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How large is the order base?  •  Business volume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267712"/>
            <a:ext cx="10881360" cy="38404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Returned Orders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How many orders came back?  •  Return exposure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761488"/>
            <a:ext cx="10881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Return Rate %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What share of orders were returned?  •  Operational risk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255264"/>
            <a:ext cx="10881360" cy="38404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Refund Amount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How much money was refunded?  •  Financial leakage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749040"/>
            <a:ext cx="10881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Average Return Days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How quickly are items returned after delivery?  •  Customer behavior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4242816"/>
            <a:ext cx="10881360" cy="38404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Products Returned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How many products were affected?  •  Product spread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4736592"/>
            <a:ext cx="10881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Top Return Category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Which category is creating the most returned units?  •  Priority area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5230368"/>
            <a:ext cx="10881360" cy="38404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Top Return Reason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Which root cause is biggest?  •  Action trigger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5980176"/>
            <a:ext cx="9710928" cy="38404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5BD0"/>
                </a:solidFill>
              </a:rPr>
              <a:t>Weak dashboards show numbers. Useful dashboards show what decision the number should trigger.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04  KPI framing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Beginner-friendly star schema from a raw order-line table.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pic>
        <p:nvPicPr>
          <p:cNvPr id="5" name="Image 0" descr="/mnt/data/a_vector_style_digital_illustration_showcases_a_st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158240"/>
            <a:ext cx="5440680" cy="3627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261872"/>
            <a:ext cx="51663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Raw grain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One row represents one product line inside an order.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85800" y="2212848"/>
            <a:ext cx="5166360" cy="713232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Fact_Orders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Stores order IDs, dates, quantity, unit price, discount, return flag and return quantity.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685800" y="3163824"/>
            <a:ext cx="51663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Dimensions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Date, Product, Customer, Channel, Payment Method and Return Reason.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685800" y="4114800"/>
            <a:ext cx="5166360" cy="713232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Derived fields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Refund Amount, Return Days, Return Rate, MoM and Pareto values are created in Power BI.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822960" y="5413248"/>
            <a:ext cx="10469880" cy="4572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1B4B"/>
                </a:solidFill>
              </a:rPr>
              <a:t>Teaching value: viewers learn cleaning, modeling, relationships, DAX and visual storytelling in one controlled project.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05  Data model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 1 — 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High-level return performance and refund pressure.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152144"/>
            <a:ext cx="2487168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Total Orders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3,100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MoM arrow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3447288" y="1152144"/>
            <a:ext cx="2487168" cy="91440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Returned Orders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745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MoM arrow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236208" y="1152144"/>
            <a:ext cx="2487168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Return Rate %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24.03%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MoM arrow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9025128" y="1152144"/>
            <a:ext cx="2487168" cy="91440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Refund Amount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₹3.82M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MoM arrow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525780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Monthly Return Trend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Returned Orders + Return Rate over time to detect spikes and seasonality.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236208" y="2578608"/>
            <a:ext cx="5257800" cy="111556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Return Reason Pareto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Ranks return reasons and shows cumulative returned units to find the vital few causes.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85800" y="4041648"/>
            <a:ext cx="5257800" cy="950976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Returns by Category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Shows which categories contribute the most returned units.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236208" y="4041648"/>
            <a:ext cx="5257800" cy="950976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Returns by Sales Channel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Donut share explains where returned units are concentrated across Website, App, Marketplace and Offline Store.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2194560" y="5532120"/>
            <a:ext cx="7772400" cy="402336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</a:rPr>
              <a:t>Slicers: Date Range • Category • Sales Channel • Reset Filters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06  Executive Summary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 2 — Product Diagnostics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Root-cause page without a Top 10 Returned Products visual.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152144"/>
            <a:ext cx="2487168" cy="91440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Avg Return Days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14.9 days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delivery to return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3447288" y="1152144"/>
            <a:ext cx="2487168" cy="9144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Products Returned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104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unique products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236208" y="1152144"/>
            <a:ext cx="2487168" cy="91440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Top Category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Fashion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by returned units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9025128" y="1152144"/>
            <a:ext cx="2487168" cy="9144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Top Reason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Product Not As Expected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by returned units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525780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Subcategory × Return Reason Heatmap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Pinterest-style dusty red colour scale shows exact root-cause clusters.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236208" y="2578608"/>
            <a:ext cx="5257800" cy="1207008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Discount vs Return Risk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Scatter plot tests whether higher discounts are linked to higher return rates. Bubble colour uses risk level.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85800" y="4224528"/>
            <a:ext cx="10808208" cy="82296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Product Return Details Table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Product, subcategory, orders, returned units, return rate, refund amount, avg return days and avg discount.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2057400" y="5532120"/>
            <a:ext cx="8092440" cy="402336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</a:rPr>
              <a:t>Slicers: Date Range • Category • Sales Channel • Return Reason • Reset Filters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07  Product Diagnostics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Analytical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What makes the report more useful than basic visuals.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5074920" cy="86868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MoM indicators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Previous month calculation + UNICHAR arrows below KPI cards.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309360" y="1243584"/>
            <a:ext cx="5074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Pareto analysis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Ranking and cumulative percentage to find the few reasons causing most returns.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5074920" cy="86868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Heatmap logic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Subcategory by return reason matrix with colour intensity.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309360" y="2542032"/>
            <a:ext cx="5074920" cy="86868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Risk colouring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Scatter bubbles colored by product return rate versus benchmark.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85800" y="3840480"/>
            <a:ext cx="5074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Dynamic text KPIs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TOPN measures for Top Return Category and Top Return Reason.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309360" y="3840480"/>
            <a:ext cx="5074920" cy="86868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Volume filters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Low-volume products excluded from risk visuals to avoid fake insights.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005840" y="5559552"/>
            <a:ext cx="10149840" cy="457200"/>
          </a:xfrm>
          <a:prstGeom prst="rect">
            <a:avLst/>
          </a:prstGeom>
          <a:solidFill>
            <a:srgbClr val="6D5BD0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This is the real value of the project: modeling + DAX + visual storytelling, not just a pretty Power BI page.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08  Techniques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How the client should turn dashboard findings into operational decisions.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pic>
        <p:nvPicPr>
          <p:cNvPr id="5" name="Image 0" descr="/mnt/data/a_set_of_six_vector_style_digital_illustrations_is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03960"/>
            <a:ext cx="5440680" cy="3627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143000"/>
            <a:ext cx="4937760" cy="603504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Product Not As Expected</a:t>
            </a:r>
            <a:endParaRPr lang="en-US" sz="1160" dirty="0"/>
          </a:p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Improve product images, descriptions and expectation-setting.</a:t>
            </a:r>
            <a:endParaRPr lang="en-US" sz="1160" dirty="0"/>
          </a:p>
        </p:txBody>
      </p:sp>
      <p:sp>
        <p:nvSpPr>
          <p:cNvPr id="7" name="Text 4"/>
          <p:cNvSpPr/>
          <p:nvPr/>
        </p:nvSpPr>
        <p:spPr>
          <a:xfrm>
            <a:off x="685800" y="1984248"/>
            <a:ext cx="4937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Wrong Size</a:t>
            </a:r>
            <a:endParaRPr lang="en-US" sz="1160" dirty="0"/>
          </a:p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Add size guidance and return-feedback loop for fashion and footwear.</a:t>
            </a:r>
            <a:endParaRPr lang="en-US" sz="1160" dirty="0"/>
          </a:p>
        </p:txBody>
      </p:sp>
      <p:sp>
        <p:nvSpPr>
          <p:cNvPr id="8" name="Text 5"/>
          <p:cNvSpPr/>
          <p:nvPr/>
        </p:nvSpPr>
        <p:spPr>
          <a:xfrm>
            <a:off x="685800" y="2825496"/>
            <a:ext cx="4937760" cy="603504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Damaged Product</a:t>
            </a:r>
            <a:endParaRPr lang="en-US" sz="1160" dirty="0"/>
          </a:p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Audit packaging and marketplace handling quality.</a:t>
            </a:r>
            <a:endParaRPr lang="en-US" sz="1160" dirty="0"/>
          </a:p>
        </p:txBody>
      </p:sp>
      <p:sp>
        <p:nvSpPr>
          <p:cNvPr id="9" name="Text 6"/>
          <p:cNvSpPr/>
          <p:nvPr/>
        </p:nvSpPr>
        <p:spPr>
          <a:xfrm>
            <a:off x="685800" y="3666744"/>
            <a:ext cx="4937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Quality Issue</a:t>
            </a:r>
            <a:endParaRPr lang="en-US" sz="1160" dirty="0"/>
          </a:p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Create vendor scorecards using returned units and refund amount.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685800" y="4507992"/>
            <a:ext cx="4937760" cy="603504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Discount Risk</a:t>
            </a:r>
            <a:endParaRPr lang="en-US" sz="1160" dirty="0"/>
          </a:p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Avoid deep discounts on products already showing high return risk.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6355080" y="5358384"/>
            <a:ext cx="4617720" cy="4572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E1B4B"/>
                </a:solidFill>
              </a:rPr>
              <a:t>Priority rule: fix causes that combine high returned units and high refund amount first.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09  Action plan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1022</Words>
  <Application>Microsoft Office PowerPoint</Application>
  <PresentationFormat>Widescreen</PresentationFormat>
  <Paragraphs>177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Awesome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Return and Refund Analysis</dc:title>
  <dc:subject>E-Commerce Return and Refund Analysis Power BI Project</dc:subject>
  <dc:creator>Awesome Analytics</dc:creator>
  <cp:lastModifiedBy>basil</cp:lastModifiedBy>
  <cp:revision>2</cp:revision>
  <dcterms:created xsi:type="dcterms:W3CDTF">2026-08-02T15:26:37Z</dcterms:created>
  <dcterms:modified xsi:type="dcterms:W3CDTF">2026-08-03T06:26:33Z</dcterms:modified>
</cp:coreProperties>
</file>